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3" d="100"/>
          <a:sy n="83" d="100"/>
        </p:scale>
        <p:origin x="2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65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227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87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507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84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50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89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28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051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15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19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5751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73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26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08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94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28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32D807D-10BD-4977-868E-794708B0944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0F812-05FB-4F6C-BDB2-11B4834F7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584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ree picture: steel, business, equipment, factory, business, equipment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85067" y="383822"/>
            <a:ext cx="5023555" cy="46166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ARCHITECTURE STUDIO WORK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089" y="3110089"/>
            <a:ext cx="3112911" cy="374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719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ree picture: steel, business, equipment, factory, business, equipment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022"/>
            <a:ext cx="12192000" cy="67789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85067" y="383822"/>
            <a:ext cx="5023555" cy="46166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ARCHITECTURE STUDIO WORK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3296356"/>
            <a:ext cx="7191022" cy="286232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HERE WE WILL SHOW YOU THE STUDIO WORK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We performed work on clay model, on sketches with charcoal.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CLAY MODEL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CARDBOARD MODEL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INTERIOR SKETCHES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INTERIOR SPACES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>PLATONIC SOLIDS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These are all involved in our work so have to perform it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089" y="3110089"/>
            <a:ext cx="3112911" cy="374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8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27111" y="575733"/>
            <a:ext cx="6118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PROJECTS RELATED TO STUDIO WORK</a:t>
            </a:r>
            <a:endParaRPr 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536267" y="1614311"/>
            <a:ext cx="57791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HERE IS THE POSTER COLOUR PROJECT:</a:t>
            </a:r>
          </a:p>
          <a:p>
            <a:r>
              <a:rPr lang="en-US" dirty="0" smtClean="0"/>
              <a:t>This project teaches us how to apply </a:t>
            </a:r>
            <a:r>
              <a:rPr lang="en-US" dirty="0" err="1" smtClean="0"/>
              <a:t>colour</a:t>
            </a:r>
            <a:r>
              <a:rPr lang="en-US" dirty="0" smtClean="0"/>
              <a:t> gently</a:t>
            </a:r>
          </a:p>
          <a:p>
            <a:r>
              <a:rPr lang="en-US" dirty="0" smtClean="0"/>
              <a:t>How this could be neat </a:t>
            </a:r>
          </a:p>
          <a:p>
            <a:r>
              <a:rPr lang="en-US" dirty="0" smtClean="0"/>
              <a:t>How this could be beautiful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18" y="1238491"/>
            <a:ext cx="4062713" cy="239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02684" y="4479403"/>
            <a:ext cx="506100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Here the second one represents symbols on</a:t>
            </a:r>
          </a:p>
          <a:p>
            <a:r>
              <a:rPr lang="en-US" dirty="0" smtClean="0"/>
              <a:t>PRINCIPLES OF DESIGN</a:t>
            </a:r>
          </a:p>
          <a:p>
            <a:r>
              <a:rPr lang="en-US" dirty="0" smtClean="0"/>
              <a:t>These designs include </a:t>
            </a:r>
          </a:p>
          <a:p>
            <a:r>
              <a:rPr lang="en-US" dirty="0" smtClean="0"/>
              <a:t>Symmetry</a:t>
            </a:r>
          </a:p>
          <a:p>
            <a:r>
              <a:rPr lang="en-US" dirty="0" smtClean="0"/>
              <a:t>Movement</a:t>
            </a:r>
          </a:p>
          <a:p>
            <a:r>
              <a:rPr lang="en-US" dirty="0" smtClean="0"/>
              <a:t>Pattern</a:t>
            </a:r>
          </a:p>
          <a:p>
            <a:r>
              <a:rPr lang="en-US" dirty="0" smtClean="0"/>
              <a:t>Hierarchy</a:t>
            </a:r>
          </a:p>
          <a:p>
            <a:r>
              <a:rPr lang="en-US" dirty="0" err="1"/>
              <a:t>R</a:t>
            </a:r>
            <a:r>
              <a:rPr lang="en-US" dirty="0" err="1" smtClean="0"/>
              <a:t>hythem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194" y="4166886"/>
            <a:ext cx="3715473" cy="240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7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0471" y="1238491"/>
            <a:ext cx="70407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HERE IS THE NEXT PROJECT WHICH IS:</a:t>
            </a:r>
          </a:p>
          <a:p>
            <a:r>
              <a:rPr lang="en-US" dirty="0" smtClean="0"/>
              <a:t>INTERIOR SPACES OF AN ARTIST</a:t>
            </a:r>
          </a:p>
          <a:p>
            <a:r>
              <a:rPr lang="en-US" dirty="0" smtClean="0"/>
              <a:t>Here we have to manage up the spaces by using</a:t>
            </a:r>
          </a:p>
          <a:p>
            <a:r>
              <a:rPr lang="en-US" dirty="0" smtClean="0"/>
              <a:t>Or studying his ideology, his biography, his way of painting</a:t>
            </a:r>
          </a:p>
          <a:p>
            <a:r>
              <a:rPr lang="en-US" dirty="0" smtClean="0"/>
              <a:t>His balance everything which shows consistency with his work.</a:t>
            </a:r>
            <a:endParaRPr lang="en-US" dirty="0"/>
          </a:p>
        </p:txBody>
      </p:sp>
      <p:pic>
        <p:nvPicPr>
          <p:cNvPr id="6" name="Picture 5" descr="&lt;strong&gt;Interior&lt;/strong&gt; &lt;strong&gt;Space&lt;/strong&gt; With Jungle Accents Free Stock Photo - Public Domain ..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876" y="0"/>
            <a:ext cx="4572000" cy="29631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3589"/>
            <a:ext cx="2969871" cy="21702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668" y="4190035"/>
            <a:ext cx="3624725" cy="26679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9681" y="4074289"/>
            <a:ext cx="42803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Then we have to explain its all of </a:t>
            </a:r>
          </a:p>
          <a:p>
            <a:r>
              <a:rPr lang="en-US" dirty="0" smtClean="0"/>
              <a:t>Ideology by showing our spaces </a:t>
            </a:r>
          </a:p>
          <a:p>
            <a:r>
              <a:rPr lang="en-US" dirty="0" smtClean="0"/>
              <a:t>Then we have to create all the work </a:t>
            </a:r>
            <a:endParaRPr lang="en-US" dirty="0"/>
          </a:p>
          <a:p>
            <a:r>
              <a:rPr lang="en-US" dirty="0" smtClean="0"/>
              <a:t>  persistence way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39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0309" y="856527"/>
            <a:ext cx="85090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NEXT PROJECT</a:t>
            </a:r>
          </a:p>
          <a:p>
            <a:r>
              <a:rPr lang="en-US" dirty="0" smtClean="0"/>
              <a:t>It is based on cardboard models</a:t>
            </a:r>
          </a:p>
          <a:p>
            <a:r>
              <a:rPr lang="en-US" dirty="0" smtClean="0"/>
              <a:t>This idea would be generated from the spaces we sketch on </a:t>
            </a:r>
            <a:r>
              <a:rPr lang="en-US" dirty="0" err="1" smtClean="0"/>
              <a:t>scolar</a:t>
            </a:r>
            <a:r>
              <a:rPr lang="en-US" dirty="0" smtClean="0"/>
              <a:t> sheets.</a:t>
            </a:r>
          </a:p>
          <a:p>
            <a:r>
              <a:rPr lang="en-US" dirty="0" smtClean="0"/>
              <a:t>The model is totally 3d it should have inner spaces .</a:t>
            </a:r>
          </a:p>
          <a:p>
            <a:r>
              <a:rPr lang="en-US" dirty="0" smtClean="0"/>
              <a:t>It should be such a specific space for </a:t>
            </a:r>
            <a:r>
              <a:rPr lang="en-US" dirty="0" err="1" smtClean="0"/>
              <a:t>suchj</a:t>
            </a:r>
            <a:r>
              <a:rPr lang="en-US" dirty="0" smtClean="0"/>
              <a:t> an artist</a:t>
            </a:r>
            <a:endParaRPr lang="en-US" dirty="0"/>
          </a:p>
        </p:txBody>
      </p:sp>
      <p:pic>
        <p:nvPicPr>
          <p:cNvPr id="5" name="Picture 4" descr="Juan Gris - Vikipedi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291" y="2663986"/>
            <a:ext cx="5964158" cy="41072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0" y="3379806"/>
            <a:ext cx="5162310" cy="298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56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67</TotalTime>
  <Words>211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Moorche</dc:creator>
  <cp:lastModifiedBy>Moorche</cp:lastModifiedBy>
  <cp:revision>6</cp:revision>
  <dcterms:created xsi:type="dcterms:W3CDTF">2025-12-09T18:30:07Z</dcterms:created>
  <dcterms:modified xsi:type="dcterms:W3CDTF">2025-12-09T19:37:50Z</dcterms:modified>
</cp:coreProperties>
</file>